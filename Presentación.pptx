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10"/>
  </p:handoutMasterIdLst>
  <p:sldIdLst>
    <p:sldId id="323" r:id="rId2"/>
    <p:sldId id="328" r:id="rId3"/>
    <p:sldId id="329" r:id="rId4"/>
    <p:sldId id="330" r:id="rId5"/>
    <p:sldId id="331" r:id="rId6"/>
    <p:sldId id="324" r:id="rId7"/>
    <p:sldId id="325" r:id="rId8"/>
    <p:sldId id="326" r:id="rId9"/>
  </p:sldIdLst>
  <p:sldSz cx="9144000" cy="6858000" type="screen4x3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A5"/>
    <a:srgbClr val="FFFFFF"/>
    <a:srgbClr val="0808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A111915-BE36-4E01-A7E5-04B1672EAD32}" styleName="Estilo claro 2 - Acento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Estilo oscuro 1 - Énfasis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27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56" d="100"/>
          <a:sy n="56" d="100"/>
        </p:scale>
        <p:origin x="-2886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4206E0-8F38-491F-8DD8-9DEF31DAB11E}" type="datetimeFigureOut">
              <a:rPr lang="es-CO" smtClean="0"/>
              <a:t>24/03/2017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6C985-72EC-4B6C-AB9B-9E37B8ADE9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627655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emf"/><Relationship Id="rId4" Type="http://schemas.openxmlformats.org/officeDocument/2006/relationships/image" Target="../media/image7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0.emf"/><Relationship Id="rId4" Type="http://schemas.openxmlformats.org/officeDocument/2006/relationships/image" Target="../media/image1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emf"/><Relationship Id="rId4" Type="http://schemas.openxmlformats.org/officeDocument/2006/relationships/image" Target="../media/image15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emf"/><Relationship Id="rId4" Type="http://schemas.openxmlformats.org/officeDocument/2006/relationships/image" Target="../media/image7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emf"/><Relationship Id="rId4" Type="http://schemas.openxmlformats.org/officeDocument/2006/relationships/image" Target="../media/image1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8.emf"/><Relationship Id="rId4" Type="http://schemas.openxmlformats.org/officeDocument/2006/relationships/image" Target="../media/image15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9"/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403049" y="3192122"/>
            <a:ext cx="4740951" cy="366587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D03DC-5ED8-7A42-A55E-C10C004AFC42}" type="datetimeFigureOut">
              <a:rPr lang="es-ES" smtClean="0"/>
              <a:t>24/03/2017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6518D-8445-044A-A141-7D0E69A71FDC}" type="slidenum">
              <a:rPr lang="es-ES" smtClean="0"/>
              <a:t>‹Nº›</a:t>
            </a:fld>
            <a:endParaRPr lang="es-ES"/>
          </a:p>
        </p:txBody>
      </p:sp>
      <p:pic>
        <p:nvPicPr>
          <p:cNvPr id="8" name="Picture 4"/>
          <p:cNvPicPr>
            <a:picLocks noChangeAspect="1" noChangeArrowheads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522" t="17753" r="14498" b="22947"/>
          <a:stretch/>
        </p:blipFill>
        <p:spPr bwMode="auto">
          <a:xfrm>
            <a:off x="0" y="-1"/>
            <a:ext cx="9270122" cy="6858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7"/>
          <p:cNvPicPr>
            <a:picLocks noChangeAspect="1" noChangeArrowheads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0112" y="4525925"/>
            <a:ext cx="2319162" cy="140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8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80327" y="3357565"/>
            <a:ext cx="2486025" cy="1057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06047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D03DC-5ED8-7A42-A55E-C10C004AFC42}" type="datetimeFigureOut">
              <a:rPr lang="es-ES" smtClean="0"/>
              <a:t>24/03/2017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6518D-8445-044A-A141-7D0E69A71FDC}" type="slidenum">
              <a:rPr lang="es-ES" smtClean="0"/>
              <a:t>‹Nº›</a:t>
            </a:fld>
            <a:endParaRPr lang="es-ES"/>
          </a:p>
        </p:txBody>
      </p:sp>
      <p:sp>
        <p:nvSpPr>
          <p:cNvPr id="17" name="16 Rectángulo"/>
          <p:cNvSpPr/>
          <p:nvPr userDrawn="1"/>
        </p:nvSpPr>
        <p:spPr>
          <a:xfrm rot="20796637">
            <a:off x="-2292201" y="-163131"/>
            <a:ext cx="11941668" cy="1608631"/>
          </a:xfrm>
          <a:prstGeom prst="rect">
            <a:avLst/>
          </a:prstGeom>
          <a:solidFill>
            <a:srgbClr val="009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17 Rectángulo"/>
          <p:cNvSpPr/>
          <p:nvPr userDrawn="1"/>
        </p:nvSpPr>
        <p:spPr>
          <a:xfrm rot="21241341">
            <a:off x="-1002985" y="180847"/>
            <a:ext cx="10631006" cy="1316776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18 Rectángulo"/>
          <p:cNvSpPr/>
          <p:nvPr userDrawn="1"/>
        </p:nvSpPr>
        <p:spPr>
          <a:xfrm>
            <a:off x="-968311" y="198126"/>
            <a:ext cx="10631006" cy="1425956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70617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D03DC-5ED8-7A42-A55E-C10C004AFC42}" type="datetimeFigureOut">
              <a:rPr lang="es-ES" smtClean="0"/>
              <a:t>24/03/2017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6518D-8445-044A-A141-7D0E69A71FDC}" type="slidenum">
              <a:rPr lang="es-ES" smtClean="0"/>
              <a:t>‹Nº›</a:t>
            </a:fld>
            <a:endParaRPr lang="es-ES"/>
          </a:p>
        </p:txBody>
      </p:sp>
      <p:sp>
        <p:nvSpPr>
          <p:cNvPr id="11" name="10 Rectángulo"/>
          <p:cNvSpPr/>
          <p:nvPr userDrawn="1"/>
        </p:nvSpPr>
        <p:spPr>
          <a:xfrm rot="20796637">
            <a:off x="-2292201" y="-163131"/>
            <a:ext cx="11941668" cy="1608631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11 Rectángulo"/>
          <p:cNvSpPr/>
          <p:nvPr userDrawn="1"/>
        </p:nvSpPr>
        <p:spPr>
          <a:xfrm rot="21241341">
            <a:off x="-1002985" y="180847"/>
            <a:ext cx="10631006" cy="1316776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12 Rectángulo"/>
          <p:cNvSpPr/>
          <p:nvPr userDrawn="1"/>
        </p:nvSpPr>
        <p:spPr>
          <a:xfrm>
            <a:off x="-968311" y="198126"/>
            <a:ext cx="10631006" cy="1425956"/>
          </a:xfrm>
          <a:prstGeom prst="rect">
            <a:avLst/>
          </a:prstGeom>
          <a:solidFill>
            <a:srgbClr val="009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74750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m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D:\2015\_MG_1747.JPG"/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0"/>
            <a:ext cx="9144000" cy="685799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7 Grupo"/>
          <p:cNvGrpSpPr/>
          <p:nvPr userDrawn="1"/>
        </p:nvGrpSpPr>
        <p:grpSpPr>
          <a:xfrm>
            <a:off x="0" y="0"/>
            <a:ext cx="9144001" cy="6858000"/>
            <a:chOff x="0" y="0"/>
            <a:chExt cx="9144001" cy="6858000"/>
          </a:xfrm>
        </p:grpSpPr>
        <p:sp>
          <p:nvSpPr>
            <p:cNvPr id="9" name="8 Rectángulo"/>
            <p:cNvSpPr/>
            <p:nvPr/>
          </p:nvSpPr>
          <p:spPr>
            <a:xfrm>
              <a:off x="590551" y="4808482"/>
              <a:ext cx="8553450" cy="1592317"/>
            </a:xfrm>
            <a:prstGeom prst="rect">
              <a:avLst/>
            </a:prstGeom>
            <a:solidFill>
              <a:srgbClr val="080808">
                <a:alpha val="38824"/>
              </a:srgb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10" name="Picture 5"/>
            <p:cNvPicPr>
              <a:picLocks noChangeAspect="1" noChangeArrowheads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50000" t="14562" r="-4532" b="14562"/>
            <a:stretch/>
          </p:blipFill>
          <p:spPr bwMode="auto">
            <a:xfrm>
              <a:off x="0" y="0"/>
              <a:ext cx="3209130" cy="6858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" name="Picture 11"/>
            <p:cNvPicPr>
              <a:picLocks noChangeAspect="1" noChangeArrowheads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14313" r="17372"/>
            <a:stretch/>
          </p:blipFill>
          <p:spPr bwMode="auto">
            <a:xfrm>
              <a:off x="6788150" y="0"/>
              <a:ext cx="2355851" cy="6400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" name="Picture 1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61325" y="2782887"/>
              <a:ext cx="573087" cy="5508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3" name="Marcador de contenido 5"/>
          <p:cNvSpPr txBox="1">
            <a:spLocks/>
          </p:cNvSpPr>
          <p:nvPr userDrawn="1"/>
        </p:nvSpPr>
        <p:spPr>
          <a:xfrm>
            <a:off x="0" y="0"/>
            <a:ext cx="9144000" cy="6857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D03DC-5ED8-7A42-A55E-C10C004AFC42}" type="datetimeFigureOut">
              <a:rPr lang="es-ES" smtClean="0"/>
              <a:t>24/03/2017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6518D-8445-044A-A141-7D0E69A71FD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35862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l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D03DC-5ED8-7A42-A55E-C10C004AFC42}" type="datetimeFigureOut">
              <a:rPr lang="es-ES" smtClean="0"/>
              <a:t>24/03/2017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6518D-8445-044A-A141-7D0E69A71FDC}" type="slidenum">
              <a:rPr lang="es-ES" smtClean="0"/>
              <a:t>‹Nº›</a:t>
            </a:fld>
            <a:endParaRPr lang="es-ES"/>
          </a:p>
        </p:txBody>
      </p:sp>
      <p:grpSp>
        <p:nvGrpSpPr>
          <p:cNvPr id="6" name="5 Grupo"/>
          <p:cNvGrpSpPr/>
          <p:nvPr userDrawn="1"/>
        </p:nvGrpSpPr>
        <p:grpSpPr>
          <a:xfrm>
            <a:off x="-495300" y="-1270341"/>
            <a:ext cx="10278090" cy="9017494"/>
            <a:chOff x="-495300" y="-1270341"/>
            <a:chExt cx="10278090" cy="9017494"/>
          </a:xfrm>
        </p:grpSpPr>
        <p:pic>
          <p:nvPicPr>
            <p:cNvPr id="7" name="Picture 5" descr="D:\Fotos\Empleo\10 Final_22.jpg"/>
            <p:cNvPicPr>
              <a:picLocks noChangeAspect="1" noChangeArrowheads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10827"/>
            <a:stretch/>
          </p:blipFill>
          <p:spPr bwMode="auto">
            <a:xfrm>
              <a:off x="0" y="-611035"/>
              <a:ext cx="9144000" cy="8358188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7 Rectángulo"/>
            <p:cNvSpPr/>
            <p:nvPr/>
          </p:nvSpPr>
          <p:spPr>
            <a:xfrm>
              <a:off x="-495300" y="137072"/>
              <a:ext cx="9639300" cy="1756900"/>
            </a:xfrm>
            <a:prstGeom prst="rect">
              <a:avLst/>
            </a:prstGeom>
            <a:solidFill>
              <a:srgbClr val="080808">
                <a:alpha val="38824"/>
              </a:srgb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9" name="Marcador de contenido 5"/>
            <p:cNvSpPr txBox="1">
              <a:spLocks/>
            </p:cNvSpPr>
            <p:nvPr/>
          </p:nvSpPr>
          <p:spPr>
            <a:xfrm>
              <a:off x="0" y="0"/>
              <a:ext cx="9144000" cy="6857999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ct val="20000"/>
                </a:spcBef>
                <a:buFont typeface="Arial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ct val="20000"/>
                </a:spcBef>
                <a:buFont typeface="Arial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ct val="200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s-ES" dirty="0"/>
            </a:p>
          </p:txBody>
        </p:sp>
        <p:pic>
          <p:nvPicPr>
            <p:cNvPr id="10" name="Picture 2"/>
            <p:cNvPicPr>
              <a:picLocks noChangeAspect="1" noChangeArrowheads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46767" b="14699"/>
            <a:stretch/>
          </p:blipFill>
          <p:spPr bwMode="auto">
            <a:xfrm>
              <a:off x="-1" y="-1270341"/>
              <a:ext cx="3137061" cy="82544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" name="Picture 3"/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86588" y="-1091939"/>
              <a:ext cx="2996202" cy="78339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" name="Picture 4"/>
            <p:cNvPicPr>
              <a:picLocks noChangeAspect="1" noChangeArrowheads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7812" y="2627565"/>
              <a:ext cx="817200" cy="81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058682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rendimi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D03DC-5ED8-7A42-A55E-C10C004AFC42}" type="datetimeFigureOut">
              <a:rPr lang="es-ES" smtClean="0"/>
              <a:t>24/03/2017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6518D-8445-044A-A141-7D0E69A71FDC}" type="slidenum">
              <a:rPr lang="es-ES" smtClean="0"/>
              <a:t>‹Nº›</a:t>
            </a:fld>
            <a:endParaRPr lang="es-ES"/>
          </a:p>
        </p:txBody>
      </p:sp>
      <p:pic>
        <p:nvPicPr>
          <p:cNvPr id="6" name="Picture 2" descr="D:\Fotos\Fondo Emprender\emprendedores\_MG_4258.jpg"/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" y="-1"/>
            <a:ext cx="9143999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Rectángulo"/>
          <p:cNvSpPr/>
          <p:nvPr userDrawn="1"/>
        </p:nvSpPr>
        <p:spPr>
          <a:xfrm>
            <a:off x="970893" y="4319752"/>
            <a:ext cx="9639300" cy="1702676"/>
          </a:xfrm>
          <a:prstGeom prst="rect">
            <a:avLst/>
          </a:prstGeom>
          <a:solidFill>
            <a:srgbClr val="080808">
              <a:alpha val="3882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Marcador de contenido 5"/>
          <p:cNvSpPr txBox="1">
            <a:spLocks/>
          </p:cNvSpPr>
          <p:nvPr userDrawn="1"/>
        </p:nvSpPr>
        <p:spPr>
          <a:xfrm>
            <a:off x="0" y="0"/>
            <a:ext cx="9144000" cy="6857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dirty="0"/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0000" t="11629" r="-3743" b="17501"/>
          <a:stretch/>
        </p:blipFill>
        <p:spPr bwMode="auto">
          <a:xfrm>
            <a:off x="1" y="0"/>
            <a:ext cx="3286068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60185" y="-307500"/>
            <a:ext cx="2361171" cy="6137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5"/>
          <p:cNvPicPr>
            <a:picLocks noChangeAspect="1" noChangeArrowheads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59987" y="1859884"/>
            <a:ext cx="706907" cy="696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33115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ld Skil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-1" y="-1"/>
            <a:ext cx="9144001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7 Grupo"/>
          <p:cNvGrpSpPr/>
          <p:nvPr userDrawn="1"/>
        </p:nvGrpSpPr>
        <p:grpSpPr>
          <a:xfrm>
            <a:off x="0" y="0"/>
            <a:ext cx="9144001" cy="6858000"/>
            <a:chOff x="0" y="0"/>
            <a:chExt cx="9144001" cy="6858000"/>
          </a:xfrm>
        </p:grpSpPr>
        <p:sp>
          <p:nvSpPr>
            <p:cNvPr id="9" name="8 Rectángulo"/>
            <p:cNvSpPr/>
            <p:nvPr/>
          </p:nvSpPr>
          <p:spPr>
            <a:xfrm>
              <a:off x="590551" y="4808482"/>
              <a:ext cx="8553450" cy="1592317"/>
            </a:xfrm>
            <a:prstGeom prst="rect">
              <a:avLst/>
            </a:prstGeom>
            <a:solidFill>
              <a:srgbClr val="080808">
                <a:alpha val="38824"/>
              </a:srgb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10" name="Picture 5"/>
            <p:cNvPicPr>
              <a:picLocks noChangeAspect="1" noChangeArrowheads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50000" t="14562" r="-4532" b="14562"/>
            <a:stretch/>
          </p:blipFill>
          <p:spPr bwMode="auto">
            <a:xfrm>
              <a:off x="0" y="0"/>
              <a:ext cx="3209130" cy="6858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" name="Picture 11"/>
            <p:cNvPicPr>
              <a:picLocks noChangeAspect="1" noChangeArrowheads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14313" r="17372"/>
            <a:stretch/>
          </p:blipFill>
          <p:spPr bwMode="auto">
            <a:xfrm>
              <a:off x="6788150" y="0"/>
              <a:ext cx="2355851" cy="6400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3" name="Marcador de contenido 5"/>
          <p:cNvSpPr txBox="1">
            <a:spLocks/>
          </p:cNvSpPr>
          <p:nvPr userDrawn="1"/>
        </p:nvSpPr>
        <p:spPr>
          <a:xfrm>
            <a:off x="0" y="0"/>
            <a:ext cx="9144000" cy="6857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D03DC-5ED8-7A42-A55E-C10C004AFC42}" type="datetimeFigureOut">
              <a:rPr lang="es-ES" smtClean="0"/>
              <a:t>24/03/2017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6518D-8445-044A-A141-7D0E69A71FDC}" type="slidenum">
              <a:rPr lang="es-ES" smtClean="0"/>
              <a:t>‹Nº›</a:t>
            </a:fld>
            <a:endParaRPr lang="es-ES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97186" y="2762866"/>
            <a:ext cx="689614" cy="645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23288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ustr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D03DC-5ED8-7A42-A55E-C10C004AFC42}" type="datetimeFigureOut">
              <a:rPr lang="es-ES" smtClean="0"/>
              <a:t>24/03/2017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6518D-8445-044A-A141-7D0E69A71FDC}" type="slidenum">
              <a:rPr lang="es-ES" smtClean="0"/>
              <a:t>‹Nº›</a:t>
            </a:fld>
            <a:endParaRPr lang="es-ES"/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935"/>
          <a:stretch/>
        </p:blipFill>
        <p:spPr bwMode="auto">
          <a:xfrm>
            <a:off x="-1" y="0"/>
            <a:ext cx="9144001" cy="698412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95534" y="137072"/>
            <a:ext cx="9048466" cy="1756900"/>
          </a:xfrm>
          <a:prstGeom prst="rect">
            <a:avLst/>
          </a:prstGeom>
          <a:solidFill>
            <a:srgbClr val="080808">
              <a:alpha val="38824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Marcador de contenido 5"/>
          <p:cNvSpPr txBox="1">
            <a:spLocks/>
          </p:cNvSpPr>
          <p:nvPr/>
        </p:nvSpPr>
        <p:spPr>
          <a:xfrm>
            <a:off x="0" y="0"/>
            <a:ext cx="9144000" cy="6857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dirty="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6767" b="14699"/>
          <a:stretch/>
        </p:blipFill>
        <p:spPr bwMode="auto">
          <a:xfrm>
            <a:off x="-1" y="-1270341"/>
            <a:ext cx="3137061" cy="82544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786588" y="-1091939"/>
            <a:ext cx="2996202" cy="78339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16521" y="2641599"/>
            <a:ext cx="811224" cy="709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07124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mació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D03DC-5ED8-7A42-A55E-C10C004AFC42}" type="datetimeFigureOut">
              <a:rPr lang="es-ES" smtClean="0"/>
              <a:t>24/03/2017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6518D-8445-044A-A141-7D0E69A71FDC}" type="slidenum">
              <a:rPr lang="es-ES" smtClean="0"/>
              <a:t>‹Nº›</a:t>
            </a:fld>
            <a:endParaRPr lang="es-ES"/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 flipH="1"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Rectángulo"/>
          <p:cNvSpPr/>
          <p:nvPr userDrawn="1"/>
        </p:nvSpPr>
        <p:spPr>
          <a:xfrm>
            <a:off x="970893" y="4319752"/>
            <a:ext cx="9639300" cy="1702676"/>
          </a:xfrm>
          <a:prstGeom prst="rect">
            <a:avLst/>
          </a:prstGeom>
          <a:solidFill>
            <a:srgbClr val="080808">
              <a:alpha val="3882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Marcador de contenido 5"/>
          <p:cNvSpPr txBox="1">
            <a:spLocks/>
          </p:cNvSpPr>
          <p:nvPr userDrawn="1"/>
        </p:nvSpPr>
        <p:spPr>
          <a:xfrm>
            <a:off x="0" y="0"/>
            <a:ext cx="9144000" cy="6857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dirty="0"/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0000" t="11629" r="-3743" b="17501"/>
          <a:stretch/>
        </p:blipFill>
        <p:spPr bwMode="auto">
          <a:xfrm>
            <a:off x="1" y="0"/>
            <a:ext cx="3286068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60185" y="-307500"/>
            <a:ext cx="2361171" cy="6137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25335" y="1847763"/>
            <a:ext cx="765563" cy="7206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89638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ustri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7 Grupo"/>
          <p:cNvGrpSpPr/>
          <p:nvPr userDrawn="1"/>
        </p:nvGrpSpPr>
        <p:grpSpPr>
          <a:xfrm>
            <a:off x="0" y="0"/>
            <a:ext cx="9144001" cy="6858000"/>
            <a:chOff x="0" y="0"/>
            <a:chExt cx="9144001" cy="6858000"/>
          </a:xfrm>
        </p:grpSpPr>
        <p:sp>
          <p:nvSpPr>
            <p:cNvPr id="9" name="8 Rectángulo"/>
            <p:cNvSpPr/>
            <p:nvPr/>
          </p:nvSpPr>
          <p:spPr>
            <a:xfrm>
              <a:off x="590551" y="4808482"/>
              <a:ext cx="8553450" cy="1592317"/>
            </a:xfrm>
            <a:prstGeom prst="rect">
              <a:avLst/>
            </a:prstGeom>
            <a:solidFill>
              <a:srgbClr val="080808">
                <a:alpha val="38824"/>
              </a:srgb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10" name="Picture 5"/>
            <p:cNvPicPr>
              <a:picLocks noChangeAspect="1" noChangeArrowheads="1"/>
            </p:cNvPicPr>
            <p:nvPr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50000" t="14562" r="-4532" b="14562"/>
            <a:stretch/>
          </p:blipFill>
          <p:spPr bwMode="auto">
            <a:xfrm>
              <a:off x="0" y="0"/>
              <a:ext cx="3209130" cy="6858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" name="Picture 11"/>
            <p:cNvPicPr>
              <a:picLocks noChangeAspect="1" noChangeArrowheads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14313" r="17372"/>
            <a:stretch/>
          </p:blipFill>
          <p:spPr bwMode="auto">
            <a:xfrm>
              <a:off x="6788150" y="0"/>
              <a:ext cx="2355851" cy="6400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3" name="Marcador de contenido 5"/>
          <p:cNvSpPr txBox="1">
            <a:spLocks/>
          </p:cNvSpPr>
          <p:nvPr userDrawn="1"/>
        </p:nvSpPr>
        <p:spPr>
          <a:xfrm>
            <a:off x="0" y="0"/>
            <a:ext cx="9144000" cy="6857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D03DC-5ED8-7A42-A55E-C10C004AFC42}" type="datetimeFigureOut">
              <a:rPr lang="es-ES" smtClean="0"/>
              <a:t>24/03/2017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6518D-8445-044A-A141-7D0E69A71FDC}" type="slidenum">
              <a:rPr lang="es-ES" smtClean="0"/>
              <a:t>‹Nº›</a:t>
            </a:fld>
            <a:endParaRPr lang="es-ES"/>
          </a:p>
        </p:txBody>
      </p:sp>
      <p:pic>
        <p:nvPicPr>
          <p:cNvPr id="4098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017183" y="2853376"/>
            <a:ext cx="696913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7900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raestructu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D03DC-5ED8-7A42-A55E-C10C004AFC42}" type="datetimeFigureOut">
              <a:rPr lang="es-ES" smtClean="0"/>
              <a:t>24/03/2017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6518D-8445-044A-A141-7D0E69A71FDC}" type="slidenum">
              <a:rPr lang="es-ES" smtClean="0"/>
              <a:t>‹Nº›</a:t>
            </a:fld>
            <a:endParaRPr lang="es-ES"/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7295" y="-40944"/>
            <a:ext cx="9144001" cy="6858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95534" y="137072"/>
            <a:ext cx="9075762" cy="1756900"/>
          </a:xfrm>
          <a:prstGeom prst="rect">
            <a:avLst/>
          </a:prstGeom>
          <a:solidFill>
            <a:srgbClr val="080808">
              <a:alpha val="38824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Marcador de contenido 5"/>
          <p:cNvSpPr txBox="1">
            <a:spLocks/>
          </p:cNvSpPr>
          <p:nvPr/>
        </p:nvSpPr>
        <p:spPr>
          <a:xfrm>
            <a:off x="0" y="0"/>
            <a:ext cx="9144000" cy="6857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dirty="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6767" b="14699"/>
          <a:stretch/>
        </p:blipFill>
        <p:spPr bwMode="auto">
          <a:xfrm>
            <a:off x="-1" y="-1270341"/>
            <a:ext cx="3137061" cy="82544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786588" y="-1091939"/>
            <a:ext cx="2996202" cy="78339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19398" y="2620370"/>
            <a:ext cx="821994" cy="709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216495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D03DC-5ED8-7A42-A55E-C10C004AFC42}" type="datetimeFigureOut">
              <a:rPr lang="es-ES" smtClean="0"/>
              <a:t>24/03/2017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6518D-8445-044A-A141-7D0E69A71FDC}" type="slidenum">
              <a:rPr lang="es-ES" smtClean="0"/>
              <a:t>‹Nº›</a:t>
            </a:fld>
            <a:endParaRPr lang="es-ES"/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 flipH="1">
            <a:off x="207278" y="0"/>
            <a:ext cx="8936719" cy="6898944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Rectángulo"/>
          <p:cNvSpPr/>
          <p:nvPr userDrawn="1"/>
        </p:nvSpPr>
        <p:spPr>
          <a:xfrm>
            <a:off x="970893" y="4319752"/>
            <a:ext cx="9639300" cy="1702676"/>
          </a:xfrm>
          <a:prstGeom prst="rect">
            <a:avLst/>
          </a:prstGeom>
          <a:solidFill>
            <a:srgbClr val="080808">
              <a:alpha val="3882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Marcador de contenido 5"/>
          <p:cNvSpPr txBox="1">
            <a:spLocks/>
          </p:cNvSpPr>
          <p:nvPr userDrawn="1"/>
        </p:nvSpPr>
        <p:spPr>
          <a:xfrm>
            <a:off x="0" y="0"/>
            <a:ext cx="9144000" cy="6857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ES" dirty="0"/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0000" t="11629" r="-3743" b="17501"/>
          <a:stretch/>
        </p:blipFill>
        <p:spPr bwMode="auto">
          <a:xfrm>
            <a:off x="1" y="0"/>
            <a:ext cx="3286068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60185" y="-307500"/>
            <a:ext cx="2361171" cy="6137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83740" y="1746912"/>
            <a:ext cx="859810" cy="8598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70571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3D03DC-5ED8-7A42-A55E-C10C004AFC42}" type="datetimeFigureOut">
              <a:rPr lang="es-ES" smtClean="0"/>
              <a:t>24/03/2017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6518D-8445-044A-A141-7D0E69A71FD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8586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9" r:id="rId3"/>
    <p:sldLayoutId id="2147483658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/>
          </p:cNvSpPr>
          <p:nvPr/>
        </p:nvSpPr>
        <p:spPr>
          <a:xfrm>
            <a:off x="420623" y="362599"/>
            <a:ext cx="5664870" cy="9301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288000"/>
            <a:r>
              <a:rPr lang="es-CO" sz="6600" b="1" dirty="0">
                <a:solidFill>
                  <a:schemeClr val="accent5">
                    <a:lumMod val="75000"/>
                  </a:schemeClr>
                </a:solidFill>
              </a:rPr>
              <a:t>Plantilla para</a:t>
            </a:r>
          </a:p>
        </p:txBody>
      </p:sp>
      <p:sp>
        <p:nvSpPr>
          <p:cNvPr id="12" name="Título 1"/>
          <p:cNvSpPr txBox="1">
            <a:spLocks/>
          </p:cNvSpPr>
          <p:nvPr/>
        </p:nvSpPr>
        <p:spPr>
          <a:xfrm>
            <a:off x="420623" y="915682"/>
            <a:ext cx="7391400" cy="11727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288000"/>
            <a:r>
              <a:rPr lang="es-CO" sz="4800" b="1" dirty="0">
                <a:solidFill>
                  <a:schemeClr val="bg1">
                    <a:lumMod val="75000"/>
                  </a:schemeClr>
                </a:solidFill>
              </a:rPr>
              <a:t>presentaciones</a:t>
            </a:r>
          </a:p>
        </p:txBody>
      </p:sp>
    </p:spTree>
    <p:extLst>
      <p:ext uri="{BB962C8B-B14F-4D97-AF65-F5344CB8AC3E}">
        <p14:creationId xmlns:p14="http://schemas.microsoft.com/office/powerpoint/2010/main" val="375601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18631"/>
            <a:ext cx="9144000" cy="4533722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140677" y="277560"/>
            <a:ext cx="900332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NewRomanPS-ItalicMT"/>
              </a:rPr>
              <a:t>Ruta de Formación, de acuerdo a las necesidades evidenciadas en el diagnóstico del Programa de Acompañamiento Pedagógico</a:t>
            </a:r>
            <a:br>
              <a:rPr lang="es-MX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s-ES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26600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187" y="-43254"/>
            <a:ext cx="4566243" cy="6901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84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156" y="22097"/>
            <a:ext cx="4678564" cy="6835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126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7430" y="14780"/>
            <a:ext cx="4537709" cy="684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198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948690" y="2286000"/>
            <a:ext cx="7155180" cy="306324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endParaRPr lang="es-ES" sz="8000" b="1" dirty="0">
              <a:solidFill>
                <a:srgbClr val="92D050"/>
              </a:solidFill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1657350" y="2148840"/>
            <a:ext cx="4297680" cy="212598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endParaRPr lang="es-ES" sz="8000" b="1" dirty="0">
              <a:solidFill>
                <a:srgbClr val="92D050"/>
              </a:solidFill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457200" y="1634819"/>
            <a:ext cx="8069580" cy="397031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s-MX" sz="2800" dirty="0">
                <a:solidFill>
                  <a:srgbClr val="000000"/>
                </a:solidFill>
                <a:latin typeface="TimesNewRomanPSMT"/>
              </a:rPr>
              <a:t>Corresponde a la dimensión pedagógica, todos aquellos elementos que sirvan como pautas o guías al instructor como autonomía para proponer su didáctica específica en los ambientes de formación, de acuerdo a las necesidades y particularidades que el mismo observe, siendo así un instructor activo, crítico y reflexivo, mejorando los procesos de enseñanza, aprendizaje y evaluación.</a:t>
            </a:r>
            <a:r>
              <a:rPr lang="es-MX" sz="2800" dirty="0"/>
              <a:t> </a:t>
            </a:r>
            <a:br>
              <a:rPr lang="es-MX" sz="2800" dirty="0"/>
            </a:br>
            <a:endParaRPr lang="es-ES" sz="2800" dirty="0"/>
          </a:p>
        </p:txBody>
      </p:sp>
      <p:sp>
        <p:nvSpPr>
          <p:cNvPr id="5" name="Rectángulo 4"/>
          <p:cNvSpPr/>
          <p:nvPr/>
        </p:nvSpPr>
        <p:spPr>
          <a:xfrm>
            <a:off x="1120140" y="504557"/>
            <a:ext cx="74066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-Bold"/>
              </a:rPr>
              <a:t>Dimensión pedagógica</a:t>
            </a:r>
            <a:r>
              <a:rPr lang="es-ES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6" name="Rectángulo 5"/>
          <p:cNvSpPr/>
          <p:nvPr/>
        </p:nvSpPr>
        <p:spPr>
          <a:xfrm>
            <a:off x="586593" y="5486400"/>
            <a:ext cx="830961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NewRomanPSMT"/>
              </a:rPr>
              <a:t>Desarrollo humano integral en los niveles personal, social y productivo</a:t>
            </a:r>
            <a:r>
              <a:rPr lang="es-MX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es-MX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s-E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99906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948690" y="2286000"/>
            <a:ext cx="7155180" cy="306324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endParaRPr lang="es-ES" sz="8000" b="1" dirty="0">
              <a:solidFill>
                <a:srgbClr val="92D050"/>
              </a:solidFill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1657350" y="2148840"/>
            <a:ext cx="4297680" cy="212598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endParaRPr lang="es-ES" sz="8000" b="1" dirty="0">
              <a:solidFill>
                <a:srgbClr val="92D050"/>
              </a:solidFill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457200" y="1634819"/>
            <a:ext cx="8069580" cy="95410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br>
              <a:rPr lang="es-MX" sz="2800" dirty="0"/>
            </a:br>
            <a:endParaRPr lang="es-ES" sz="2800" dirty="0"/>
          </a:p>
        </p:txBody>
      </p:sp>
      <p:sp>
        <p:nvSpPr>
          <p:cNvPr id="5" name="Rectángulo 4"/>
          <p:cNvSpPr/>
          <p:nvPr/>
        </p:nvSpPr>
        <p:spPr>
          <a:xfrm>
            <a:off x="457200" y="504557"/>
            <a:ext cx="806958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-Bold"/>
              </a:rPr>
              <a:t>Competencias</a:t>
            </a:r>
            <a:r>
              <a:rPr lang="es-ES" sz="1200" b="1" dirty="0"/>
              <a:t> </a:t>
            </a:r>
            <a:r>
              <a:rPr lang="es-E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-Bold"/>
              </a:rPr>
              <a:t>básicas y transversales </a:t>
            </a:r>
            <a:br>
              <a:rPr lang="es-ES" sz="4000" dirty="0"/>
            </a:br>
            <a:endParaRPr lang="es-ES" sz="4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586593" y="5486400"/>
            <a:ext cx="830961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NewRomanPSMT"/>
              </a:rPr>
              <a:t>Desarrollo humano integral en los niveles personal, social y productivo</a:t>
            </a:r>
            <a:r>
              <a:rPr lang="es-MX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es-MX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s-E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16933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948690" y="2286000"/>
            <a:ext cx="7155180" cy="306324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endParaRPr lang="es-ES" sz="8000" b="1" dirty="0">
              <a:solidFill>
                <a:srgbClr val="92D050"/>
              </a:solidFill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1657350" y="2148840"/>
            <a:ext cx="4297680" cy="212598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endParaRPr lang="es-ES" sz="8000" b="1" dirty="0">
              <a:solidFill>
                <a:srgbClr val="92D050"/>
              </a:solidFill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457199" y="1634819"/>
            <a:ext cx="8439003" cy="138499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s-MX" sz="2400" dirty="0"/>
              <a:t>La administración educativa toma importancia debido a que esta permite la planificación, organización, dirección, ejecución, entre otras; de las actividades que se desarrollan en la institución</a:t>
            </a:r>
            <a:r>
              <a:rPr lang="es-MX" sz="3600" dirty="0"/>
              <a:t> </a:t>
            </a:r>
            <a:endParaRPr lang="es-ES" sz="3600" dirty="0"/>
          </a:p>
        </p:txBody>
      </p:sp>
      <p:sp>
        <p:nvSpPr>
          <p:cNvPr id="5" name="Rectángulo 4"/>
          <p:cNvSpPr/>
          <p:nvPr/>
        </p:nvSpPr>
        <p:spPr>
          <a:xfrm>
            <a:off x="457200" y="504557"/>
            <a:ext cx="806958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-Bold"/>
              </a:rPr>
              <a:t>Gestión</a:t>
            </a:r>
            <a:r>
              <a:rPr lang="es-ES" b="1" dirty="0"/>
              <a:t> </a:t>
            </a:r>
            <a:r>
              <a:rPr lang="es-E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-Bold"/>
              </a:rPr>
              <a:t>educativa</a:t>
            </a:r>
            <a:r>
              <a:rPr lang="es-ES" sz="4000" dirty="0"/>
              <a:t> </a:t>
            </a:r>
            <a:endParaRPr lang="es-ES" sz="4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907155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 anchor="ctr">
        <a:noAutofit/>
      </a:bodyPr>
      <a:lstStyle>
        <a:defPPr algn="l">
          <a:defRPr sz="8000" b="1" dirty="0" smtClean="0">
            <a:solidFill>
              <a:srgbClr val="92D050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lantila-Presentacion-SENA-.pptx" id="{9E2A440F-02B2-45F1-810A-CFC23222C969}" vid="{30E57A95-488A-452D-9AB0-DEE20CB0CBCC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Plantila-Presentacion-SENA-</Template>
  <TotalTime>31</TotalTime>
  <Words>144</Words>
  <Application>Microsoft Office PowerPoint</Application>
  <PresentationFormat>Presentación en pantalla (4:3)</PresentationFormat>
  <Paragraphs>11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Calibri-Bold</vt:lpstr>
      <vt:lpstr>TimesNewRomanPS-ItalicMT</vt:lpstr>
      <vt:lpstr>TimesNewRomanPSMT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Pedro Gustavo Melendez Rivera</dc:creator>
  <cp:lastModifiedBy>Pedro Gustavo Melendez Rivera</cp:lastModifiedBy>
  <cp:revision>3</cp:revision>
  <dcterms:created xsi:type="dcterms:W3CDTF">2017-03-24T15:49:55Z</dcterms:created>
  <dcterms:modified xsi:type="dcterms:W3CDTF">2017-03-24T16:20:57Z</dcterms:modified>
</cp:coreProperties>
</file>